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5 — The Avellaneda-Stoikov Engine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Implementation, calibration, and backtest --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Implement the quotes as a tested PyTorch engine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Calibrate the fill intensities by maximum likelihood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Backtest on one month of Coincall BTC-PERP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From Closed Form to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Engine architecture; state from the L2 book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Map continuous-time quantities to discrete events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Calibrate lambda(delta) = A exp(-kappa delta) from fills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Calibration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Maximum-likelihood fit of A and kappa with goodness-of-fit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Replay engine + fill simulator + P&amp;L attribution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Reproducibility under a fixed seed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\mathcal{L}(A,\kappa)=\prod_i \lambda(\delta_i)\,e^{-\lambda(\delta_i)\,\Delta t_i}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Fills are a (doubly stochastic) Poisson process, so the likelihood of the observed fills given quote distances $\delta_i$ is a product of Poisson densities. We fit by MAXIMUM LIKELIHOOD rather than least-squares because the data are event counts, not Gaussian residuals.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-\ln\mathcal{L} = \sum_i\big[\lambda(\delta_i)\Delta t_i - \ln\lambda(\delta_i)\big]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Minimizing this negative log-likelihood is convex in $\ln A$ and well-behaved in $\kappa$; PyTorch autograd gives the gradients, so a few hundred Adam steps converge.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Build the intensity-calibration set from trades vs. your quotes: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Trades:  GET /open/option/trade/lasttrade/v1/{symbol}  (or trade history)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Book:    GET /open/futures/order/orderbook/v1/{symbol}  for the mid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Offline: coincall_btc_perp_trades_2025Q4.parquet + ..._l2_2025Q4.parquet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 pre-aggregated coincall_intensity_calibration_set.parquet is provided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delta_i = |fill price - mid at fill|; group fills by delta bucket for the MLE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week5_calibrate.py -- intensity MLE with PyTorch autograd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delta: quote distances at which fills occurred; dt: exposure time per fill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delta = torch.tensor([...]); dt = torch.tensor([...])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logA  = torch.zeros(1, requires_grad=True)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kappa = torch.ones(1,  requires_grad=True)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opt = torch.optim.Adam([logA, kappa], lr=0.05)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for step in range(2000):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lam = torch.exp(logA) * torch.exp(-kappa.clamp(min=1e-3) * delta)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nll = (lam * dt - torch.log(lam)).sum()          # Poisson negative log-lik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opt.zero_grad(); nll.backward(); opt.step()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print("A =", torch.exp(logA).item(), " kappa =", kappa.item())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Avellaneda-Stoikov (2008) [implementation]; Gueant (2016), Ch.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