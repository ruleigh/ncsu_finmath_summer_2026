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2 — Foundations of Market Microstructure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From the limit order book to the role of the market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Reconstruct an L2 order book from Coincall data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Decompose the bid-ask spread (Roll, Glosten-Milgrom, Kyle)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Explain the market maker as a continuous liquidity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Order Book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Order types: market, limit, IOC, post-only, hidden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Price-time priority and the matching algorithm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L1 and L2 views (Coincall provides L2; there is no L3 / per-order feed)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Because data is L2, we model aggregate intensity, not queue 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Spread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Adverse selection + inventory + order-processing costs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Roll (1984): effective spread from trade prices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Glosten-Milgrom (1985): asymmetric information sets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Realized spread, effective spread, price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Goal: pull a single option's order book and recent trades, build mid/spread.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Option order book (100 depth):  GET /open/option/order/orderbook/v1/{symbol}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Recent trades:                   GET /open/option/trade/lasttrade/v1/{symbol}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List symbols first:              GET /open/option/getInstruments/BTC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Response gives arrays of [price, size] for bids and asks -&gt; aggregate (L2)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For replay/backtests use the provided Parquet L2 snapshots (1s for options)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Live updates: subscribe to the /options/orderbook WebSocket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week2_orderbook.py -- mid &amp; spread from a Coincall L2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from coincall_client import signed_get   # from Week 1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l2_top_of_book(symbol, key, secret):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ob = signed_get(f"/open/option/order/orderbook/v1/{symbol}", {}, key, secret)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data = ob["data"]                       # confirm field names in the docs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bids = sorted(data["bids"], key=lambda x: -float(x[0]))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asks = sorted(data["asks"], key=lambda x:  float(x[0]))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best_bid, best_ask = float(bids[0][0]), float(asks[0][0])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mid    = 0.5 * (best_bid + best_ask)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spread = best_ask - best_bid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mid, spread, best_bid, best_ask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For an offline backtest, replay the provided Parquet instead: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import pandas as pd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book = pd.read_parquet("coincall_btc_options_l2_2025Q4.parquet")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book["mid"] = 0.5 * (book.bid_px_0 + book.ask_px_0)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Cartea-Jaikumar-Penalva, Ch. 1-3; Roll (1984); Glosten-Milgrom (1985)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