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1 — Introduction &amp; Progress Review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Roadmap, deliverables, grading, data sources, and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arc of the program and what you will build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Be clear on the timeline, the three milestones, and how you are graded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Know where the data comes from (Coincall) and how to pull 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Have the Python + PyTorch and C++/pybind11 toolchains running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Where We Are (Week 1 Progress Review)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Maker vs. taker: we build the MAKER -- continuously quoting both sides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spine of the course is the Avellaneda-Stoikov model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Week 1 status: environment setup, data access, and this orientation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By Week 5 you ship a calibrated quoting engine (Milestone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Tooling &amp; How to Get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sets: Python + PyTorch (autograd does differentiation for you)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Fast computation (Week 7): C++ exposed to Python via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Mentorship is asynchronous (email/Telegram); tutors run day-to-day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Office hours with tutors; come with a minimal reproducible snippet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Timeline &amp; Deliverable Clarification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10 weeks. Week 1 introduction (done). Weeks 2-10 technical.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1 (Wk 5): Avellaneda-Stoikov engine, Python/PyTorch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2 (Wk 7): fast pricing/Greeks library, C++ via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3 (Wk 9): full options market-making backtest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Final (Wk 10): one advanced extension + report (&lt;=30pp) + 20-min talk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 are due Sunday 23:59 ET; milestones Friday of the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Syllabus &amp; Grading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Problem sets 30%  |  Milestones (3) 30%  |  Final 30%  |  Participation 10%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Code graded on correctness, reproducibility, quality -- in that order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Numerical-verification problems: right setup + right error magnitude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2 latency is a HARD GATE (sub-5ms surface) -- caps at 70 if missed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Late PS: -20% until Tue; nothing after. Milestones: no late submission.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random seeds: reproducibility is explicitly graded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Data Sources Discussion (Coincall)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Exchange: Coincall.  REST base: https://api.coincall.com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Provided as Parquet: BTC/ETH options L2 + trades, perp L2, funding, SVI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Coincall orderbook is L2 (aggregated depth) -- there is NO L3 feed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You can also pull live via the REST/WebSocket API (next slides)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Auth: API key + HMAC-SHA256 signature; market data is largely public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Always cross-check exact endpoints at https://docs.coincall.com/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Additional Resources -- Math-Heavy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Stochastic control: Pham (2009), Ch. 3-4 (HJB, verification)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Market making theory: Gueant (2016), Ch. 4; Cartea et al., Ch. 10-11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Options/vol surface: Gatheral (2006); Gatheral-Jacquier (2014)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Hedging: Taleb (1997), gamma scalping &amp; the gamma-theta identity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El Aoud-Abergel (2015): multi-Greek option market making (Week 8)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 DERIVE the key results in lecture and explain every modeling choice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49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Base URL: https://api.coincall.com   |   Python SDK: github.com/CoincallExchange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Signed request headers: X-CC-APIKEY, sign (HMAC-SHA256, upper hex), ts (ms), X-REQ-TS-DIFF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Signing: sort params alphabetically, append uuid, ts, x-req-ts-diff, HMAC-SHA256 with secret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Rate limits (per docs): orderbook 30/2s per user; public config 10/2s per IP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Key endpoints you will use across the program: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Instruments:   GET /open/option/getInstruments/{baseCurrency}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chain:  GET /open/option/get/v1/{index}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book:   GET /open/option/order/orderbook/v1/{symbol}  (100 depth)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Option detail: GET /open/option/detail/v1/{symbol}  (mark, IV, delta/gamma/vega/theta)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Trades:        GET /open/option/trade/lasttrade/v1/{symbol}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Futures book:  GET /open/futures/order/orderbook/v1/{symbol}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Funding:       GET /open/public/fundingRate/v1?symbol=BTCUSD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Klines:        GET /open/option/market/kline/history/v1/{optionName}?period=h1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WebSocket channels: /options/pricing, /options/orderbook, /options/lasttrade, /options/kline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ALWAYS verify the exact path/params against https://docs.coincall.com/ -- the API evolves.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coincall_client.py -- signed REST helper (verify signing vs. live docs)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time, hmac, hashlib, uuid, requests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BASE = "https://api.coincall.com"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signed_get(path, params=None, api_key="", api_secret=""):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"""Minimal Coincall signed GET. Public market-data endpoints often work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unsigned; this shows the signed pattern used for account endpoints."""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params = params or {}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ts, window = str(int(time.time() * 1000)), "5000"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items = sorted(params.items())                       # sort alphabetically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payload = "&amp;".join(f"{k}={v}" for k, v in items)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payload += f"&amp;uuid={uuid.uuid4().hex}&amp;ts={ts}&amp;x-req-ts-diff={window}"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sign = hmac.new(api_secret.encode(), payload.encode(),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  hashlib.sha256).hexdigest().upper()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headers = {"X-CC-APIKEY": api_key, "sign": sign,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"ts": ts, "X-REQ-TS-DIFF": window}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 = requests.get(BASE + path, params=params, headers=headers, timeout=10)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r.raise_for_status()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r.json()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Example: list all BTC option instruments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print(signed_get("/open/option/getInstruments/BTC"))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Cartea-Jaikumar-Penalva, Ch. 1; Avellaneda-Stoikov (2008) -- skim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Coincall API docs: https://docs.coincall.com/  (read 'Getting Started')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