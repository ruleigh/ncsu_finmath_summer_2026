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4 — Stochastic Optimal Control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The general theory behind the Avellaneda-Stoikov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Apply the dynamic programming principle in continuous time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Understand the HJB equation and the verification theorem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See why CARA / CRRA utilities give tractable problems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Dynamic Programming &amp; HJB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Controlled diffusions and admissible controls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dynamic programming principle (Bellman)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infinitesimal generator and the HJB equation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Verification &amp; Utilities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Verification theorem: a smooth HJB solution IS the value function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CARA vs CRRA: where wealth enters the optimal policy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Why market making uses CARA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5676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V(t,x)=\sup_{u}\ \mathbb{E}\!\left[\int_t^T f(s,X_s,u_s)\,ds + g(X_T)\right]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value function is the best achievable expected reward from $(t,x)$ onward. We define the whole problem through $V$ because Bellman's principle then gives a local (differential) equation instead of an intractable global optimization.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V(t,x)=\sup_u \mathbb{E}\big[V(t{+}dt, X_{t+dt}) + f\,dt\big]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dynamic programming principle: an optimal policy is optimal from every later state too. Expanding $V(t+dt,\cdot)$ with Ito's lemma turns this into the HJB PDE.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\partial_t V + \sup_{u}\big\{\mathcal{L}^u V + f(t,x,u)\big\}=0,\quad V(T,x)=g(x)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 HJB equation. $\mathcal{L}^u$ is the generator of the controlled diffusion; the $\sup$ is the instantaneous optimal control. This is the engine behind every model in the course -- Avellaneda-Stoikov is one special case.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\text{CARA: } U(w)=-e^{-\gamma w}\ \Rightarrow\ \text{policy independent of } w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Constant absolute risk aversion makes marginal utility scale-free in wealth, so the optimal quotes do not move with the cash balance. CRRA ($U=w^{1-\gamma}/(1-\gamma)$) instead makes the policy scale WITH wealth -- natural for investment, awkward for a desk.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Theory week -- no Coincall data required.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Optional: estimate drift/vol from perp klines to parameterize Merton.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week4_merton.py -- HJB value iteration (CARA) in PyTorch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# Merton under CARA, solved by backward value iteration on a wealth grid.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w = torch.linspace(-5, 5, 401); dt = 1e-3; mu, r, sig, gam = 0.08, 0.02, 0.2, 1.0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 = -torch.exp(-gam * w)                      # terminal utility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for _ in range(1000):                         # march backward in time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# optimal risky holding pi* = (mu - r)/(gam*sig^2) is wealth-independent (CARA)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pi = (mu - r) / (gam * sig**2)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drift = (r*w + pi*(mu - r))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diff  = 0.5 * (pi*sig)**2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dV = torch.gradient(V,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d2V = torch.gradient(dV, spacing=(w[1]-w[0]).item())[0]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V = V + dt * (drift*dV + diff*d2V)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print("pi* (constant in wealth):", (mu - r)/(gam*sig**2))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Pham (2009), Ch. 3-4; Cartea-Jaikumar-Penalva, Ch.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