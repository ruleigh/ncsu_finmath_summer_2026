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2743200" cy="431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6517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990000"/>
                </a:solidFill>
                <a:latin typeface="Arial"/>
              </a:rPr>
              <a:t>Week 7 — Fast Computation: Prices, Greeks, Implied Vol, Surfaces</a:t>
            </a:r>
          </a:p>
          <a:p>
            <a:r>
              <a:rPr sz="1800" b="0" i="1">
                <a:solidFill>
                  <a:srgbClr val="6D6D6D"/>
                </a:solidFill>
                <a:latin typeface="Arial"/>
              </a:rPr>
              <a:t>The latency budget, in C++ via pybind11 -- Milestone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>
                <a:solidFill>
                  <a:srgbClr val="1A1A1A"/>
                </a:solidFill>
                <a:latin typeface="Arial"/>
              </a:rPr>
              <a:t>Optimal Market Making for Cryptocurrency Options  ·  NC State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Learning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Implement COS / Carr-Madan pricers and robust implied-vol in C++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Expose the C++ kernels to Python with pybind11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Validate Greeks against PyTorch autograd; hit the 5 ms budget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Lecture 1: CF Pricing &amp; Implied 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Characteristic functions: Black-Scholes and Heston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Fang-Oosterlee COS method (the workhorse)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Robust implied-vol inversion (good guess + safeguarded Newton)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Lecture 2: Binding C++ with pybind11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Structure a pybind11 module; build with CMake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Pass NumPy/PyTorch tensors with no copy (buffer protocol)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Release the GIL around the C++ hot loop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PyTorch autograd is the REFERENCE for Greeks; C++ is the speed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2860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11480"/>
            <a:ext cx="8961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i="0">
                <a:solidFill>
                  <a:srgbClr val="990000"/>
                </a:solidFill>
                <a:latin typeface="Arial"/>
              </a:rPr>
              <a:t>Illustration</a:t>
            </a:r>
          </a:p>
        </p:txBody>
      </p:sp>
      <p:pic>
        <p:nvPicPr>
          <p:cNvPr id="4" name="Picture 3" descr="week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371600"/>
            <a:ext cx="9601200" cy="523305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Key Equations &amp; Why We Choose Them</a:t>
            </a:r>
          </a:p>
          <a:p>
            <a:r>
              <a:rPr sz="1300" b="0" i="1">
                <a:solidFill>
                  <a:srgbClr val="6D6D6D"/>
                </a:solidFill>
                <a:latin typeface="Arial"/>
              </a:rPr>
              <a:t>Full derivations in the PDF deck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C(K)=e^{-rT}\,\tfrac{1}{\pi}\!\int_0^\infty \mathrm{Re}\!\big[e^{-iu\ln K}\hat{\phi}(u)\big]\,du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why: Once we leave Black-Scholes (e.g. Heston), there is no closed-form price, but the characteristic function $\phi$ IS known. Pricing becomes a single Fourier integral -- this is why CF methods exist and why they are fast.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C \approx \sum_{n=0}^{N-1}{}' \mathrm{Re}\!\Big[\phi\!\big(\tfrac{n\pi}{b-a}\big)e^{-i n\pi\frac{a}{b-a}}\Big]V_n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why: The Fang-Oosterlee COS method replaces the integral with a cosine series that converges geometrically for smooth densities. We truncate $[a,b]$ from the cumulants, not by guessing -- that is what makes it reach $10^{-4}$ accuracy in microseconds.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Getting the Data from Coincall</a:t>
            </a:r>
          </a:p>
          <a:p>
            <a:r>
              <a:rPr sz="1300" b="0" i="1">
                <a:solidFill>
                  <a:srgbClr val="6D6D6D"/>
                </a:solidFill>
                <a:latin typeface="Arial"/>
              </a:rPr>
              <a:t>Cross-check exact paths at https://docs.coincall.com/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Inputs are the calibrated surface from Week 6 plus reference prices: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coincall_btc_options_chain_snapshots_2025Q4.parquet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coincall_calibrated_svi_surfaces_2025Q4.parquet (baseline)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coincall_reference_prices_2025Q4.parquet (accuracy target, 1e-4)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Live mark/IV/Greeks for spot checks: GET /open/option/detail/v1/{symbol}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i="0">
                <a:solidFill>
                  <a:srgbClr val="990000"/>
                </a:solidFill>
                <a:latin typeface="Arial"/>
              </a:rPr>
              <a:t>Code — fastmm pybind11 module -- C++ kernel exposed to Python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47120" cy="5394960"/>
          </a:xfrm>
          <a:prstGeom prst="rect">
            <a:avLst/>
          </a:prstGeom>
          <a:solidFill>
            <a:srgbClr val="F5F5F5"/>
          </a:solidFill>
          <a:ln w="9525">
            <a:solidFill>
              <a:srgbClr val="6D6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// fastmm.cpp  (build with CMake + pybind11; import as `fastmm`)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#include &lt;pybind11/pybind11.h&gt;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#include &lt;pybind11/numpy.h&gt;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namespace py = pybind11;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double cos_price(double S, double K, double T, double r, double sigma);  // COS pricer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py::array_t&lt;double&gt; price_surface(py::array_t&lt;double&gt; K, double S,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                              double T, double r, double sigma) {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auto k = K.unchecked&lt;1&gt;(); auto out = py::array_t&lt;double&gt;(k.shape(0));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auto o = out.mutable_unchecked&lt;1&gt;();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{ py::gil_scoped_release nogil;                 // release GIL for the hot loop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  for (py::ssize_t i = 0; i &lt; k.shape(0); ++i)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      o(i) = cos_price(S, k(i), T, r, sigma); }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return out;                                     // zero-copy back to NumPy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PYBIND11_MODULE(fastmm, m) { m.def("price_surface", &amp;price_surface); 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Reading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Carr-Madan (1999); Fang-Oosterlee (2008); Jaeckel (2015); pybind11 docs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