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9 — Backtesting, Risk Analysis &amp; Taker Strategies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Assembling the full system -- Milestone 3 (Coincall guest session)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Build an event-driven options backtest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Produce a full P&amp;L attribution and risk metrics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taker strategies and order-flow toxicity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Backtest Architecture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Event-driven simulation with deterministic replay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Fill simulator; state of inventory and Greeks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Pitfalls: look-ahead, unrealistic fills, expiry handling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Sharpe with block-bootstrap confidence intervals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 (Guest: Fenni Kang, Coincall): Taker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When and why takers cross the spread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Signals behind aggressive flow: momentum, liquidations, news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What taker behaviour means for the maker's toxicity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660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\widehat{SR}=\frac{\bar r}{s_r}\sqrt{252},\quad \text{CI via block bootstrap on } \{r_t\}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Daily Sharpe is annualized by $\sqrt{252}$, but a point estimate over a few months is noisy and serially correlated. We resample BLOCKS of returns (preserving autocorrelation) to get an honest confidence interval -- a high Sharpe with a wide CI is not a real 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Full options L2 + trades + perp + funding for 3 months: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coincall_btc_options_l2_2025Q4.parquet / ..._trades_...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coincall_eth_options_l2_2025Q4.parquet / ..._trades_...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coincall_btc_eth_perp_l2_2025Q4.parquet ; coincall_funding_rates_...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Klines for regime context: GET /open/option/market/kline/history/v1/{name}?period=h1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Trade tape carries mark IV at trade -&gt; calibrate the fill simulator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week9_attribution.py -- P&amp;L attribution + bootstrap Sharpe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attribute(spread, inventory, gamma, hedging):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total = spread + inventory + gamma + hedging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assert abs(total.sum() - (spread.sum()+inventory.sum()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+gamma.sum()+hedging.sum())) &lt; 1e-6           # must sum to total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dict(spread=spread, inventory=inventory, gamma=gamma,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hedging=hedging, total=total)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bootstrap_sharpe(r, block=5, n=2000, seed=0):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rng = np.random.default_rng(seed); T = len(r); out = []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for _ in range(n):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idx = (rng.integers(0, T-block, T//block)[:,None] + np.arange(block)).ravel()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s = r[idx]; out.append(s.mean()/s.std()*np.sqrt(252))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np.percentile(out, [2.5, 50, 97.5])               # CI for the Sharpe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 et al., Ch. 10-11; Bailey-Lopez de Prado (2014); Lopez de Prado (2018)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